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E5BDC-7698-4D35-85B6-135EFFFB85F6}" v="8" dt="2025-12-01T04:08:01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Faernando Esai Ramirez Callo" userId="d1ab1f5900015f8b" providerId="LiveId" clId="{B998680F-24BC-47B7-B7BE-2DF5F2EB49C8}"/>
    <pc:docChg chg="addSld modSld">
      <pc:chgData name="Daniel Faernando Esai Ramirez Callo" userId="d1ab1f5900015f8b" providerId="LiveId" clId="{B998680F-24BC-47B7-B7BE-2DF5F2EB49C8}" dt="2025-12-01T16:53:37.293" v="16" actId="2711"/>
      <pc:docMkLst>
        <pc:docMk/>
      </pc:docMkLst>
      <pc:sldChg chg="modSp mod">
        <pc:chgData name="Daniel Faernando Esai Ramirez Callo" userId="d1ab1f5900015f8b" providerId="LiveId" clId="{B998680F-24BC-47B7-B7BE-2DF5F2EB49C8}" dt="2025-12-01T16:53:17.304" v="15" actId="2711"/>
        <pc:sldMkLst>
          <pc:docMk/>
          <pc:sldMk cId="313732009" sldId="257"/>
        </pc:sldMkLst>
        <pc:spChg chg="mod">
          <ac:chgData name="Daniel Faernando Esai Ramirez Callo" userId="d1ab1f5900015f8b" providerId="LiveId" clId="{B998680F-24BC-47B7-B7BE-2DF5F2EB49C8}" dt="2025-12-01T16:53:17.304" v="15" actId="2711"/>
          <ac:spMkLst>
            <pc:docMk/>
            <pc:sldMk cId="313732009" sldId="257"/>
            <ac:spMk id="3" creationId="{A2BE5612-5089-555A-38FF-1A20E0446F8C}"/>
          </ac:spMkLst>
        </pc:spChg>
      </pc:sldChg>
      <pc:sldChg chg="modSp mod">
        <pc:chgData name="Daniel Faernando Esai Ramirez Callo" userId="d1ab1f5900015f8b" providerId="LiveId" clId="{B998680F-24BC-47B7-B7BE-2DF5F2EB49C8}" dt="2025-12-01T16:53:37.293" v="16" actId="2711"/>
        <pc:sldMkLst>
          <pc:docMk/>
          <pc:sldMk cId="1397549811" sldId="258"/>
        </pc:sldMkLst>
        <pc:spChg chg="mod">
          <ac:chgData name="Daniel Faernando Esai Ramirez Callo" userId="d1ab1f5900015f8b" providerId="LiveId" clId="{B998680F-24BC-47B7-B7BE-2DF5F2EB49C8}" dt="2025-12-01T16:53:37.293" v="16" actId="2711"/>
          <ac:spMkLst>
            <pc:docMk/>
            <pc:sldMk cId="1397549811" sldId="258"/>
            <ac:spMk id="3" creationId="{2FAC3C4B-00E2-F5CE-06AC-43F674853CC5}"/>
          </ac:spMkLst>
        </pc:spChg>
      </pc:sldChg>
      <pc:sldChg chg="addSp delSp modSp mod">
        <pc:chgData name="Daniel Faernando Esai Ramirez Callo" userId="d1ab1f5900015f8b" providerId="LiveId" clId="{B998680F-24BC-47B7-B7BE-2DF5F2EB49C8}" dt="2025-12-01T04:08:10.170" v="12" actId="255"/>
        <pc:sldMkLst>
          <pc:docMk/>
          <pc:sldMk cId="454574951" sldId="269"/>
        </pc:sldMkLst>
        <pc:spChg chg="add del">
          <ac:chgData name="Daniel Faernando Esai Ramirez Callo" userId="d1ab1f5900015f8b" providerId="LiveId" clId="{B998680F-24BC-47B7-B7BE-2DF5F2EB49C8}" dt="2025-12-01T04:00:12.614" v="2"/>
          <ac:spMkLst>
            <pc:docMk/>
            <pc:sldMk cId="454574951" sldId="269"/>
            <ac:spMk id="3" creationId="{5EA2BF60-FD00-63E8-8A71-3A99C73BB604}"/>
          </ac:spMkLst>
        </pc:spChg>
        <pc:spChg chg="add mod">
          <ac:chgData name="Daniel Faernando Esai Ramirez Callo" userId="d1ab1f5900015f8b" providerId="LiveId" clId="{B998680F-24BC-47B7-B7BE-2DF5F2EB49C8}" dt="2025-12-01T03:59:58.887" v="1"/>
          <ac:spMkLst>
            <pc:docMk/>
            <pc:sldMk cId="454574951" sldId="269"/>
            <ac:spMk id="4" creationId="{4DA12602-E585-FDA1-DD9C-AB8B10B764BC}"/>
          </ac:spMkLst>
        </pc:spChg>
        <pc:spChg chg="add mod">
          <ac:chgData name="Daniel Faernando Esai Ramirez Callo" userId="d1ab1f5900015f8b" providerId="LiveId" clId="{B998680F-24BC-47B7-B7BE-2DF5F2EB49C8}" dt="2025-12-01T04:08:10.170" v="12" actId="255"/>
          <ac:spMkLst>
            <pc:docMk/>
            <pc:sldMk cId="454574951" sldId="269"/>
            <ac:spMk id="5" creationId="{C2216128-9873-1163-7A76-C910CF52F3F8}"/>
          </ac:spMkLst>
        </pc:spChg>
      </pc:sldChg>
      <pc:sldChg chg="addSp delSp modSp new mod">
        <pc:chgData name="Daniel Faernando Esai Ramirez Callo" userId="d1ab1f5900015f8b" providerId="LiveId" clId="{B998680F-24BC-47B7-B7BE-2DF5F2EB49C8}" dt="2025-12-01T04:07:56.179" v="10" actId="14100"/>
        <pc:sldMkLst>
          <pc:docMk/>
          <pc:sldMk cId="1916461539" sldId="270"/>
        </pc:sldMkLst>
        <pc:spChg chg="mod">
          <ac:chgData name="Daniel Faernando Esai Ramirez Callo" userId="d1ab1f5900015f8b" providerId="LiveId" clId="{B998680F-24BC-47B7-B7BE-2DF5F2EB49C8}" dt="2025-12-01T04:05:50.989" v="5" actId="122"/>
          <ac:spMkLst>
            <pc:docMk/>
            <pc:sldMk cId="1916461539" sldId="270"/>
            <ac:spMk id="2" creationId="{0FD1D7DB-5C87-9286-537A-BEAE47362E58}"/>
          </ac:spMkLst>
        </pc:spChg>
        <pc:spChg chg="del">
          <ac:chgData name="Daniel Faernando Esai Ramirez Callo" userId="d1ab1f5900015f8b" providerId="LiveId" clId="{B998680F-24BC-47B7-B7BE-2DF5F2EB49C8}" dt="2025-12-01T04:07:13.970" v="6"/>
          <ac:spMkLst>
            <pc:docMk/>
            <pc:sldMk cId="1916461539" sldId="270"/>
            <ac:spMk id="3" creationId="{2C3EA2F2-44D6-99C0-F589-9C304DD8D8C2}"/>
          </ac:spMkLst>
        </pc:spChg>
        <pc:spChg chg="add mod">
          <ac:chgData name="Daniel Faernando Esai Ramirez Callo" userId="d1ab1f5900015f8b" providerId="LiveId" clId="{B998680F-24BC-47B7-B7BE-2DF5F2EB49C8}" dt="2025-12-01T04:07:56.179" v="10" actId="14100"/>
          <ac:spMkLst>
            <pc:docMk/>
            <pc:sldMk cId="1916461539" sldId="270"/>
            <ac:spMk id="4" creationId="{2760D5A5-1017-D10B-BE7F-B9722614FA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DC5EC-28AC-CEFF-7326-83B2F80A1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C27E8E-6E7E-3261-F872-A213E9E4C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CD2C9F-1E83-AEDC-F62B-5BDA12FC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1A825E-428E-D30C-B1C5-CB5EE4EE3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6E631D-5C91-70A8-07D7-E11B608B0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381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7525A-EE9C-2EF0-2B83-D78B9564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2FA494-9F63-A851-26C2-39D6EAD0F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01E4E3-23EA-B408-DFCD-E5683E756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3EA2BF-816E-3A12-4350-C148562D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B9B097-A212-2F94-C24B-A077E90A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571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BEFFD-3A0C-FD91-4E61-1672E1034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3CC2EF-D344-7FC4-6C20-FC1732549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E3F880-95B0-A5C1-24B0-127A4C597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A6FFA0-B4F8-BDF4-4104-8C6500F07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4606F1-351F-6DAE-D132-31565576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078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4E261-83B9-C56F-B804-978A83F6E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94288A-FD5E-1C9D-864B-ADA1D568C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DA67A3-E2E1-8FD1-4966-4D227BBCC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764928-6876-2261-E9F4-68A11F95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745980-EA30-CAE9-5593-E1EDE994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A595F7-589A-4064-043B-93F8C93A9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33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BE375-9C6A-B47F-B3F8-4FE357D9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A8080F-F632-C2AA-FFAA-0FA360B27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CA6ED7-1EA5-75CC-FAC1-6249830E3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DC9A3ED-3BE8-7FBF-FAC5-647B99E2B5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743ABE-07F3-28BD-B294-3DF11C908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39807A-313B-E47C-99D3-0ADF5D44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0163845-0971-75C1-2DC7-0A301144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39CB81-6549-363D-C8F5-C72E26F2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9718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06077-C390-6639-95DA-D18369D0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DD2BC96-9174-18D5-66DE-78F1BE534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8E9EE0-5494-3645-0B3E-55E18701E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F0D9259-CC65-3E4E-28C5-7FC4C7FF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766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FD06DC-0C4C-C676-B424-FA50EA07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261AEF-0470-2E89-10D7-4D1C0A9C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4C83E2-AF31-4AB1-93EF-023BC2F6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543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DD562-1761-4DBE-199B-1C50FD568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CB8F6D-F3F5-EBD6-42B5-124F6E644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9D9EFE-96C6-F4CE-7624-0450C42F0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B9DEB5-5972-BACD-9931-8CDEC362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4D057B-1921-5DA4-4F8B-91C5EE41D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37B64D-DAFF-309C-DFF1-91BC867C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0478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806D8C-3E4E-0BEF-37AA-81BC00B7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53A8679-5325-2FD0-1A36-8DE5C0E4F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044923-B1E0-4D93-AA25-1F47BE305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111401-CBBC-B1D8-1C4C-7C7C77FB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1C683D-B517-7461-A1EB-A17A4F779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1EA5BF-0D6C-8DC1-6606-72267656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873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883F2-FBBA-135D-FFF4-192DF5E8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8828117-994E-2608-BB80-95EA3DC71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C14F4E-FA67-4AE5-FA4F-BDB22DCDF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D49FC1-8365-B59B-707B-82D0BF55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7E55F9-BCE4-C418-74A8-FC0E56AC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173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AA43EA-E6EB-EAD2-CD59-5C35C9762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0C2F26-6833-DB45-9EC6-D07244BF2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EE6947-8AFD-4997-0496-686191C2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C68892-6920-C3E9-FCC4-394CEB76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F14918-54F6-6969-03D3-B57C8231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990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3BBAE7-D2E7-EF9B-83D6-00A7B8CD2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47DEB2-1BF3-30BF-E29F-718BA06B1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6915A8-51B3-230D-B13E-C36FA199C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A65C36-5CF6-40E0-AB36-ACEC72D7AC85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6F45FC-92A6-7D3B-91D5-27EFAACCA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33C443-3A38-8B67-2553-39197C2282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3E85C8-FEA6-476A-ADA8-8E253EB210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131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F0C2E5D-B08F-4A99-9D15-59D33148F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47167"/>
            <a:ext cx="1861854" cy="717514"/>
            <a:chOff x="0" y="238499"/>
            <a:chExt cx="1861854" cy="717514"/>
          </a:xfrm>
          <a:solidFill>
            <a:schemeClr val="bg1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7B8F35D-FB89-4C40-8A99-E46DDA021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  <a:grp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16C8D8F-10E9-4498-ABDB-0F923F8B68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604259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7963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283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E5A83E3-8A11-4492-BB6E-F5F2240316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043994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8208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475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5FC669C-CD13-4F4A-AFFF-4029D34F2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  <a:grpFill/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617B5AA-8A0D-41D3-B2EF-8BC53E3B7D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604259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7963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283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72EB308-9A4E-4332-A908-22F2978D7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043994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8208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475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499343D-E927-41D0-B997-E44A300C6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9725" y="1119591"/>
            <a:ext cx="4965868" cy="4598497"/>
            <a:chOff x="579725" y="1119591"/>
            <a:chExt cx="4965868" cy="459849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C1D3151-5F97-4860-B56C-C98BD62CC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725" y="1119591"/>
              <a:ext cx="4965868" cy="4598497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AD33695-C117-4AEE-9AF5-65F13C6CC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725" y="1119591"/>
              <a:ext cx="4965868" cy="4598497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90A7F83A-9728-4030-8E45-9ECF1ABCC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039" y="1073782"/>
            <a:ext cx="4860256" cy="452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87EDB1-FF9D-C182-669C-605FF220E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254952"/>
            <a:ext cx="4324642" cy="2939655"/>
          </a:xfrm>
        </p:spPr>
        <p:txBody>
          <a:bodyPr>
            <a:normAutofit/>
          </a:bodyPr>
          <a:lstStyle/>
          <a:p>
            <a:r>
              <a:rPr lang="es-MX" sz="5400">
                <a:solidFill>
                  <a:schemeClr val="bg1"/>
                </a:solidFill>
              </a:rPr>
              <a:t>Sistema de reserva para restaurante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9A547F-7CCE-A705-A6A8-67F7CD94D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86683"/>
            <a:ext cx="4324642" cy="1199392"/>
          </a:xfrm>
        </p:spPr>
        <p:txBody>
          <a:bodyPr>
            <a:normAutofit/>
          </a:bodyPr>
          <a:lstStyle/>
          <a:p>
            <a:r>
              <a:rPr lang="es-MX" sz="2000">
                <a:solidFill>
                  <a:schemeClr val="bg1"/>
                </a:solidFill>
              </a:rPr>
              <a:t>Docker · Kubernetes · API REST · Comunicación entre Servicios</a:t>
            </a:r>
          </a:p>
          <a:p>
            <a:endParaRPr lang="es-MX" sz="2000">
              <a:solidFill>
                <a:schemeClr val="bg1"/>
              </a:solidFill>
            </a:endParaRPr>
          </a:p>
          <a:p>
            <a:endParaRPr lang="es-MX" sz="2000">
              <a:solidFill>
                <a:schemeClr val="bg1"/>
              </a:solidFill>
            </a:endParaRPr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28D25AD0-322C-E213-450F-7E147F495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0" r="19504"/>
          <a:stretch>
            <a:fillRect/>
          </a:stretch>
        </p:blipFill>
        <p:spPr>
          <a:xfrm>
            <a:off x="6094114" y="1321031"/>
            <a:ext cx="5428611" cy="4210940"/>
          </a:xfrm>
          <a:prstGeom prst="rect">
            <a:avLst/>
          </a:prstGeom>
          <a:ln w="28575">
            <a:noFill/>
          </a:ln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EA9761C-7BB2-45E5-A5DB-A0B353624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4" y="4727300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E44D629-6B8E-4D88-A77E-149C0ED03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4" y="4727300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7" y="5801515"/>
            <a:ext cx="1054466" cy="469689"/>
            <a:chOff x="9841624" y="4115729"/>
            <a:chExt cx="602169" cy="268223"/>
          </a:xfrm>
          <a:solidFill>
            <a:srgbClr val="FFFFFF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1" name="Graphic 185">
            <a:extLst>
              <a:ext uri="{FF2B5EF4-FFF2-40B4-BE49-F238E27FC236}">
                <a16:creationId xmlns:a16="http://schemas.microsoft.com/office/drawing/2014/main" id="{8B6BCBAB-41A5-4D6D-8C9B-55E3AA6F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7" y="580151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55217F1-B506-4443-A399-CFFA441CD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B8C0F31-7A0C-4630-A379-0B4719A1F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12D43873-56D9-4AC1-AB59-A1E78D679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B2197D5-22E1-47CC-83CF-9E64CCD57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5DC5D97-506B-47F6-B9A7-D8FA26C88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6493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6590D-5052-F3A1-C9C7-91BD530D9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     </a:t>
            </a:r>
            <a:r>
              <a:rPr lang="es-MX" dirty="0" err="1"/>
              <a:t>introduccion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BE5612-5089-555A-38FF-1A20E0446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308" y="1690688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s-MX" dirty="0">
                <a:cs typeface="Aldhabi" panose="020F0502020204030204" pitchFamily="2" charset="-78"/>
              </a:rPr>
              <a:t>Un sistema de reservas sencillo, dividido en microservicios independientes, utilizando contenedores Docker y orquestación con </a:t>
            </a:r>
            <a:r>
              <a:rPr lang="es-MX" dirty="0" err="1">
                <a:cs typeface="Aldhabi" panose="020F0502020204030204" pitchFamily="2" charset="-78"/>
              </a:rPr>
              <a:t>Kubernetes</a:t>
            </a:r>
            <a:r>
              <a:rPr lang="es-MX" dirty="0">
                <a:cs typeface="Aldhabi" panose="020F0502020204030204" pitchFamily="2" charset="-78"/>
              </a:rPr>
              <a:t>.</a:t>
            </a:r>
          </a:p>
          <a:p>
            <a:pPr marL="0" indent="0">
              <a:buNone/>
            </a:pPr>
            <a:r>
              <a:rPr lang="es-MX" dirty="0" err="1">
                <a:cs typeface="Aldhabi" panose="020F0502020204030204" pitchFamily="2" charset="-78"/>
              </a:rPr>
              <a:t>Propositos</a:t>
            </a:r>
            <a:r>
              <a:rPr lang="es-MX" dirty="0">
                <a:cs typeface="Aldhabi" panose="020F0502020204030204" pitchFamily="2" charset="-78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>
                <a:cs typeface="Aldhabi" panose="020F0502020204030204" pitchFamily="2" charset="-78"/>
              </a:rPr>
              <a:t>Arquitectura de microservicios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 err="1">
                <a:cs typeface="Aldhabi" panose="020F0502020204030204" pitchFamily="2" charset="-78"/>
              </a:rPr>
              <a:t>Contenerización</a:t>
            </a:r>
            <a:endParaRPr lang="es-MX" dirty="0">
              <a:cs typeface="Aldhabi" panose="020F0502020204030204" pitchFamily="2" charset="-7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dirty="0">
                <a:cs typeface="Aldhabi" panose="020F0502020204030204" pitchFamily="2" charset="-78"/>
              </a:rPr>
              <a:t>Comunicación mediante </a:t>
            </a:r>
            <a:r>
              <a:rPr lang="es-MX" dirty="0" err="1">
                <a:cs typeface="Aldhabi" panose="020F0502020204030204" pitchFamily="2" charset="-78"/>
              </a:rPr>
              <a:t>APIs</a:t>
            </a:r>
            <a:r>
              <a:rPr lang="es-MX" dirty="0">
                <a:cs typeface="Aldhabi" panose="020F0502020204030204" pitchFamily="2" charset="-78"/>
              </a:rPr>
              <a:t> REST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dirty="0">
                <a:cs typeface="Aldhabi" panose="020F0502020204030204" pitchFamily="2" charset="-78"/>
              </a:rPr>
              <a:t>Despliegue con </a:t>
            </a:r>
            <a:r>
              <a:rPr lang="es-MX" dirty="0" err="1">
                <a:cs typeface="Aldhabi" panose="020F0502020204030204" pitchFamily="2" charset="-78"/>
              </a:rPr>
              <a:t>Kubernetes</a:t>
            </a:r>
            <a:endParaRPr lang="es-MX" dirty="0">
              <a:cs typeface="Aldhabi" panose="020F0502020204030204" pitchFamily="2" charset="-78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MX" dirty="0">
                <a:cs typeface="Aldhabi" panose="020F0502020204030204" pitchFamily="2" charset="-78"/>
              </a:rPr>
              <a:t>Documentación profesional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373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EE6CB-995F-DDD4-6598-E153EF662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¿Que es un microservicio?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AC3C4B-00E2-F5CE-06AC-43F674853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MX" dirty="0"/>
              <a:t>Un microservicio 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Un componente </a:t>
            </a:r>
            <a:r>
              <a:rPr lang="es-MX" b="1" dirty="0"/>
              <a:t>pequeño e independiente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 su propio código, lógica y base de datos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Que puede desplegarse por separado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Que puede fallar sin afectar a los demás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Que se comunica por API REST</a:t>
            </a:r>
          </a:p>
          <a:p>
            <a:endParaRPr lang="es-MX" dirty="0"/>
          </a:p>
        </p:txBody>
      </p:sp>
      <p:pic>
        <p:nvPicPr>
          <p:cNvPr id="6" name="Imagen 5" descr="Diagrama&#10;&#10;El contenido generado por IA puede ser incorrecto.">
            <a:extLst>
              <a:ext uri="{FF2B5EF4-FFF2-40B4-BE49-F238E27FC236}">
                <a16:creationId xmlns:a16="http://schemas.microsoft.com/office/drawing/2014/main" id="{41358479-2469-87CD-2A37-1758E088C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296" y="4001294"/>
            <a:ext cx="3327504" cy="207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49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0B3D2-1258-6ACB-AB24-B89B229FC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Microservicios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3754D4-19FD-7C11-390C-F8A47150A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MX" b="1" dirty="0"/>
              <a:t>1. Servicio de Reservas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CRUD de reservas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Guarda información local en SQLite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Expone API REST</a:t>
            </a:r>
          </a:p>
          <a:p>
            <a:pPr>
              <a:buNone/>
            </a:pPr>
            <a:r>
              <a:rPr lang="es-MX" b="1" dirty="0"/>
              <a:t>2. Servicio de Notificaciones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Recibe eventos del servicio de reservas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Simula envío de correo (log por consola)</a:t>
            </a:r>
          </a:p>
          <a:p>
            <a:pPr>
              <a:buNone/>
            </a:pPr>
            <a:r>
              <a:rPr lang="es-MX" b="1" dirty="0"/>
              <a:t>3. API Gateway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Punto de entrada único al sistema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Redirige las peticiones a los otros servicios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5584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D368F6-C98C-66EF-6DDA-C2765F61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Arquitectura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FF3B27-BA5D-59DC-FA80-EA1F4E7AB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49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s-MX" dirty="0"/>
              <a:t>                                                  cliente</a:t>
            </a:r>
          </a:p>
          <a:p>
            <a:pPr marL="0" indent="0">
              <a:buNone/>
            </a:pPr>
            <a:r>
              <a:rPr lang="es-MX" dirty="0"/>
              <a:t>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96458BB-62C8-CA67-23B3-4CDE1E0C9E48}"/>
              </a:ext>
            </a:extLst>
          </p:cNvPr>
          <p:cNvSpPr/>
          <p:nvPr/>
        </p:nvSpPr>
        <p:spPr>
          <a:xfrm>
            <a:off x="4272197" y="2623279"/>
            <a:ext cx="2038662" cy="1019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Api </a:t>
            </a:r>
            <a:r>
              <a:rPr lang="es-MX" dirty="0" err="1"/>
              <a:t>gateway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6F41CA8-BDF6-7057-E8DE-74F9311D9538}"/>
              </a:ext>
            </a:extLst>
          </p:cNvPr>
          <p:cNvSpPr/>
          <p:nvPr/>
        </p:nvSpPr>
        <p:spPr>
          <a:xfrm>
            <a:off x="2293496" y="4122294"/>
            <a:ext cx="1978701" cy="12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Servicio de reservas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3DDBC1B-DD4C-8954-BAB8-7CB06293C8C9}"/>
              </a:ext>
            </a:extLst>
          </p:cNvPr>
          <p:cNvSpPr/>
          <p:nvPr/>
        </p:nvSpPr>
        <p:spPr>
          <a:xfrm>
            <a:off x="6415790" y="4122293"/>
            <a:ext cx="2203554" cy="12442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Servicio de notificaciones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159A1D5-280F-EC13-2C46-621641107BA4}"/>
              </a:ext>
            </a:extLst>
          </p:cNvPr>
          <p:cNvSpPr txBox="1"/>
          <p:nvPr/>
        </p:nvSpPr>
        <p:spPr>
          <a:xfrm>
            <a:off x="2293496" y="5842835"/>
            <a:ext cx="1648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Base de datos </a:t>
            </a:r>
            <a:r>
              <a:rPr lang="es-MX" dirty="0" err="1"/>
              <a:t>sqlite</a:t>
            </a:r>
            <a:endParaRPr lang="es-MX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8FC1D20-1BA6-217C-0092-80B0B48E5182}"/>
              </a:ext>
            </a:extLst>
          </p:cNvPr>
          <p:cNvCxnSpPr>
            <a:stCxn id="4" idx="3"/>
          </p:cNvCxnSpPr>
          <p:nvPr/>
        </p:nvCxnSpPr>
        <p:spPr>
          <a:xfrm>
            <a:off x="6310859" y="3132945"/>
            <a:ext cx="1034321" cy="749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4052A2C-5330-ACE8-DDEF-0CC42A0AF823}"/>
              </a:ext>
            </a:extLst>
          </p:cNvPr>
          <p:cNvCxnSpPr>
            <a:stCxn id="4" idx="1"/>
          </p:cNvCxnSpPr>
          <p:nvPr/>
        </p:nvCxnSpPr>
        <p:spPr>
          <a:xfrm flipH="1">
            <a:off x="3327816" y="3132945"/>
            <a:ext cx="944381" cy="7495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3021E6ED-DE9C-832D-BCD0-7CB76CAE9E3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282847" y="5366503"/>
            <a:ext cx="0" cy="476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C1995221-0567-E478-025E-F0E9825358C2}"/>
              </a:ext>
            </a:extLst>
          </p:cNvPr>
          <p:cNvCxnSpPr/>
          <p:nvPr/>
        </p:nvCxnSpPr>
        <p:spPr>
          <a:xfrm>
            <a:off x="5096656" y="1858780"/>
            <a:ext cx="0" cy="629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2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3B50-50E0-F7B0-6617-05FC47F46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>
                <a:latin typeface="Amasis MT Pro" panose="02040504050005020304" pitchFamily="18" charset="0"/>
              </a:rPr>
              <a:t>Tecnologías Utilizadas</a:t>
            </a:r>
            <a:br>
              <a:rPr lang="es-MX" b="1" dirty="0">
                <a:latin typeface="Amasis MT Pro" panose="02040504050005020304" pitchFamily="18" charset="0"/>
              </a:rPr>
            </a:br>
            <a:endParaRPr lang="es-MX" dirty="0">
              <a:latin typeface="Amasis MT Pro" panose="020405040500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266DC5-481D-FC9F-3A2A-7B9FF63A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" panose="02040504050005020304" pitchFamily="18" charset="0"/>
              </a:rPr>
              <a:t>Python + </a:t>
            </a:r>
            <a:r>
              <a:rPr lang="es-MX" b="1" dirty="0" err="1">
                <a:latin typeface="Amasis MT Pro" panose="02040504050005020304" pitchFamily="18" charset="0"/>
              </a:rPr>
              <a:t>FastAPI</a:t>
            </a:r>
            <a:r>
              <a:rPr lang="es-MX" dirty="0">
                <a:latin typeface="Amasis MT Pro" panose="02040504050005020304" pitchFamily="18" charset="0"/>
              </a:rPr>
              <a:t> — para las </a:t>
            </a:r>
            <a:r>
              <a:rPr lang="es-MX" dirty="0" err="1">
                <a:latin typeface="Amasis MT Pro" panose="02040504050005020304" pitchFamily="18" charset="0"/>
              </a:rPr>
              <a:t>APIs</a:t>
            </a:r>
            <a:endParaRPr lang="es-MX" dirty="0">
              <a:latin typeface="Amasis MT Pro" panose="020405040500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" panose="02040504050005020304" pitchFamily="18" charset="0"/>
              </a:rPr>
              <a:t>Docker</a:t>
            </a:r>
            <a:r>
              <a:rPr lang="es-MX" dirty="0">
                <a:latin typeface="Amasis MT Pro" panose="02040504050005020304" pitchFamily="18" charset="0"/>
              </a:rPr>
              <a:t> — para </a:t>
            </a:r>
            <a:r>
              <a:rPr lang="es-MX" dirty="0" err="1">
                <a:latin typeface="Amasis MT Pro" panose="02040504050005020304" pitchFamily="18" charset="0"/>
              </a:rPr>
              <a:t>contenerización</a:t>
            </a:r>
            <a:endParaRPr lang="es-MX" dirty="0">
              <a:latin typeface="Amasis MT Pro" panose="020405040500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" panose="02040504050005020304" pitchFamily="18" charset="0"/>
              </a:rPr>
              <a:t>Docker </a:t>
            </a:r>
            <a:r>
              <a:rPr lang="es-MX" b="1" dirty="0" err="1">
                <a:latin typeface="Amasis MT Pro" panose="02040504050005020304" pitchFamily="18" charset="0"/>
              </a:rPr>
              <a:t>Compose</a:t>
            </a:r>
            <a:r>
              <a:rPr lang="es-MX" b="1" dirty="0">
                <a:latin typeface="Amasis MT Pro" panose="02040504050005020304" pitchFamily="18" charset="0"/>
              </a:rPr>
              <a:t>/</a:t>
            </a:r>
            <a:r>
              <a:rPr lang="es-MX" b="1" dirty="0" err="1">
                <a:latin typeface="Amasis MT Pro" panose="02040504050005020304" pitchFamily="18" charset="0"/>
              </a:rPr>
              <a:t>Kubernetes</a:t>
            </a:r>
            <a:r>
              <a:rPr lang="es-MX" dirty="0">
                <a:latin typeface="Amasis MT Pro" panose="02040504050005020304" pitchFamily="18" charset="0"/>
              </a:rPr>
              <a:t> — para orquestación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" panose="02040504050005020304" pitchFamily="18" charset="0"/>
              </a:rPr>
              <a:t>SQLite</a:t>
            </a:r>
            <a:r>
              <a:rPr lang="es-MX" dirty="0">
                <a:latin typeface="Amasis MT Pro" panose="02040504050005020304" pitchFamily="18" charset="0"/>
              </a:rPr>
              <a:t> — base de datos ligera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" panose="02040504050005020304" pitchFamily="18" charset="0"/>
              </a:rPr>
              <a:t>REST API</a:t>
            </a:r>
            <a:r>
              <a:rPr lang="es-MX" dirty="0">
                <a:latin typeface="Amasis MT Pro" panose="02040504050005020304" pitchFamily="18" charset="0"/>
              </a:rPr>
              <a:t> — comunicación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>
                <a:latin typeface="Amasis MT Pro" panose="02040504050005020304" pitchFamily="18" charset="0"/>
              </a:rPr>
              <a:t>GitHub</a:t>
            </a:r>
            <a:r>
              <a:rPr lang="es-MX" dirty="0">
                <a:latin typeface="Amasis MT Pro" panose="02040504050005020304" pitchFamily="18" charset="0"/>
              </a:rPr>
              <a:t> — repositorio y documentación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752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DAD77-5B82-5675-6296-AA58748C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División en Servicios Independientes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3B2314-C4B7-E431-A2DB-8440BEDF0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MX" dirty="0">
                <a:latin typeface="Amasis MT Pro" panose="02040504050005020304" pitchFamily="18" charset="0"/>
              </a:rPr>
              <a:t>Cada microservicio tiene: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Amasis MT Pro" panose="02040504050005020304" pitchFamily="18" charset="0"/>
              </a:rPr>
              <a:t>Su propio repositorio dentro del proyecto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Amasis MT Pro" panose="02040504050005020304" pitchFamily="18" charset="0"/>
              </a:rPr>
              <a:t>Su propio </a:t>
            </a:r>
            <a:r>
              <a:rPr lang="es-MX" b="1" dirty="0" err="1">
                <a:latin typeface="Amasis MT Pro" panose="02040504050005020304" pitchFamily="18" charset="0"/>
              </a:rPr>
              <a:t>Dockerfile</a:t>
            </a:r>
            <a:endParaRPr lang="es-MX" dirty="0">
              <a:latin typeface="Amasis MT Pro" panose="020405040500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Amasis MT Pro" panose="02040504050005020304" pitchFamily="18" charset="0"/>
              </a:rPr>
              <a:t>Su propia lógica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Amasis MT Pro" panose="02040504050005020304" pitchFamily="18" charset="0"/>
              </a:rPr>
              <a:t>Su propio puerto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Amasis MT Pro" panose="02040504050005020304" pitchFamily="18" charset="0"/>
              </a:rPr>
              <a:t>Su propia base de datos (cuando aplica)</a:t>
            </a:r>
          </a:p>
          <a:p>
            <a:pPr>
              <a:buNone/>
            </a:pPr>
            <a:r>
              <a:rPr lang="es-MX" dirty="0">
                <a:latin typeface="Amasis MT Pro" panose="02040504050005020304" pitchFamily="18" charset="0"/>
              </a:rPr>
              <a:t>Esto permite: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Amasis MT Pro" panose="02040504050005020304" pitchFamily="18" charset="0"/>
              </a:rPr>
              <a:t>Despliegue independiente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Amasis MT Pro" panose="02040504050005020304" pitchFamily="18" charset="0"/>
              </a:rPr>
              <a:t>Escalamiento individual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>
                <a:latin typeface="Amasis MT Pro" panose="02040504050005020304" pitchFamily="18" charset="0"/>
              </a:rPr>
              <a:t>Reducción de fallos del sistema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1220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8BA32-DCAD-AE07-BF97-D9D6423E2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/>
              <a:t>Contenerización</a:t>
            </a:r>
            <a:r>
              <a:rPr lang="es-MX" dirty="0"/>
              <a:t> con Docker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EA6C8E-E2D0-01D3-69FF-B32F042C3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dirty="0"/>
              <a:t>Cada servicio se empaqueta en un contenedor usando un </a:t>
            </a:r>
            <a:r>
              <a:rPr lang="es-MX" dirty="0" err="1"/>
              <a:t>Dockerfile</a:t>
            </a:r>
            <a:r>
              <a:rPr lang="es-MX" dirty="0"/>
              <a:t> como:</a:t>
            </a:r>
          </a:p>
          <a:p>
            <a:pPr marL="0" indent="0">
              <a:buNone/>
            </a:pPr>
            <a:r>
              <a:rPr lang="es-MX" dirty="0"/>
              <a:t>FROM python:3.10</a:t>
            </a:r>
          </a:p>
          <a:p>
            <a:pPr marL="0" indent="0">
              <a:buNone/>
            </a:pPr>
            <a:r>
              <a:rPr lang="es-MX" dirty="0"/>
              <a:t>WORKDIR /app</a:t>
            </a:r>
          </a:p>
          <a:p>
            <a:pPr marL="0" indent="0">
              <a:buNone/>
            </a:pPr>
            <a:r>
              <a:rPr lang="es-MX" dirty="0"/>
              <a:t>COPY . .</a:t>
            </a:r>
          </a:p>
          <a:p>
            <a:pPr marL="0" indent="0">
              <a:buNone/>
            </a:pPr>
            <a:r>
              <a:rPr lang="es-MX" dirty="0"/>
              <a:t>RUN </a:t>
            </a:r>
            <a:r>
              <a:rPr lang="es-MX" dirty="0" err="1"/>
              <a:t>pip</a:t>
            </a:r>
            <a:r>
              <a:rPr lang="es-MX" dirty="0"/>
              <a:t> </a:t>
            </a:r>
            <a:r>
              <a:rPr lang="es-MX" dirty="0" err="1"/>
              <a:t>install</a:t>
            </a:r>
            <a:r>
              <a:rPr lang="es-MX" dirty="0"/>
              <a:t> </a:t>
            </a:r>
            <a:r>
              <a:rPr lang="es-MX" dirty="0" err="1"/>
              <a:t>fastapi</a:t>
            </a:r>
            <a:r>
              <a:rPr lang="es-MX" dirty="0"/>
              <a:t> </a:t>
            </a:r>
            <a:r>
              <a:rPr lang="es-MX" dirty="0" err="1"/>
              <a:t>uvicorn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CMD ["</a:t>
            </a:r>
            <a:r>
              <a:rPr lang="es-MX" dirty="0" err="1"/>
              <a:t>uvicorn</a:t>
            </a:r>
            <a:r>
              <a:rPr lang="es-MX" dirty="0"/>
              <a:t>", "</a:t>
            </a:r>
            <a:r>
              <a:rPr lang="es-MX" dirty="0" err="1"/>
              <a:t>main:app</a:t>
            </a:r>
            <a:r>
              <a:rPr lang="es-MX" dirty="0"/>
              <a:t>", "--host", "0.0.0.0", "--</a:t>
            </a:r>
            <a:r>
              <a:rPr lang="es-MX" dirty="0" err="1"/>
              <a:t>port</a:t>
            </a:r>
            <a:r>
              <a:rPr lang="es-MX" dirty="0"/>
              <a:t>", "8001"]</a:t>
            </a:r>
          </a:p>
          <a:p>
            <a:pPr>
              <a:buNone/>
            </a:pPr>
            <a:r>
              <a:rPr lang="es-MX" b="1" dirty="0"/>
              <a:t>Ventajas: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Portabilidad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Despliegues idénticos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Rápida configuración</a:t>
            </a:r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5510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E02CD-E1C6-B3E2-40DB-307A392D7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Orquestación con </a:t>
            </a:r>
            <a:r>
              <a:rPr lang="es-MX" dirty="0" err="1"/>
              <a:t>Kubernetes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EDBCD3-86F0-9793-021D-61E3505DE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59059" cy="4667250"/>
          </a:xfrm>
        </p:spPr>
        <p:txBody>
          <a:bodyPr>
            <a:normAutofit fontScale="62500" lnSpcReduction="20000"/>
          </a:bodyPr>
          <a:lstStyle/>
          <a:p>
            <a:r>
              <a:rPr lang="es-MX" dirty="0"/>
              <a:t>Se utilizaron recursos </a:t>
            </a:r>
            <a:r>
              <a:rPr lang="es-MX" dirty="0" err="1"/>
              <a:t>Kubernetes</a:t>
            </a:r>
            <a:r>
              <a:rPr lang="es-MX" dirty="0"/>
              <a:t>:</a:t>
            </a:r>
          </a:p>
          <a:p>
            <a:r>
              <a:rPr lang="es-MX" b="1" dirty="0"/>
              <a:t>1. </a:t>
            </a:r>
            <a:r>
              <a:rPr lang="es-MX" b="1" dirty="0" err="1"/>
              <a:t>Deployment</a:t>
            </a:r>
            <a:endParaRPr lang="es-MX" b="1" dirty="0"/>
          </a:p>
          <a:p>
            <a:r>
              <a:rPr lang="es-MX" dirty="0"/>
              <a:t>Para definir cuántas réplicas ejecuta cada microservicio.</a:t>
            </a:r>
          </a:p>
          <a:p>
            <a:r>
              <a:rPr lang="es-MX" b="1" dirty="0"/>
              <a:t>2. </a:t>
            </a:r>
            <a:r>
              <a:rPr lang="es-MX" b="1" dirty="0" err="1"/>
              <a:t>Service</a:t>
            </a:r>
            <a:endParaRPr lang="es-MX" b="1" dirty="0"/>
          </a:p>
          <a:p>
            <a:r>
              <a:rPr lang="es-MX" dirty="0"/>
              <a:t>Para exponer cada servicio dentro del </a:t>
            </a:r>
            <a:r>
              <a:rPr lang="es-MX" dirty="0" err="1"/>
              <a:t>cluster</a:t>
            </a:r>
            <a:r>
              <a:rPr lang="es-MX" dirty="0"/>
              <a:t>.</a:t>
            </a:r>
          </a:p>
          <a:p>
            <a:r>
              <a:rPr lang="es-MX" b="1" dirty="0"/>
              <a:t>3. </a:t>
            </a:r>
            <a:r>
              <a:rPr lang="es-MX" b="1" dirty="0" err="1"/>
              <a:t>Ingress</a:t>
            </a:r>
            <a:endParaRPr lang="es-MX" b="1" dirty="0"/>
          </a:p>
          <a:p>
            <a:r>
              <a:rPr lang="es-MX" dirty="0"/>
              <a:t>Para exponer el </a:t>
            </a:r>
            <a:r>
              <a:rPr lang="es-MX" dirty="0" err="1"/>
              <a:t>gateway</a:t>
            </a:r>
            <a:r>
              <a:rPr lang="es-MX" dirty="0"/>
              <a:t> hacia el exterior.</a:t>
            </a:r>
          </a:p>
          <a:p>
            <a:r>
              <a:rPr lang="es-MX" b="1" dirty="0"/>
              <a:t>Ejemplo de </a:t>
            </a:r>
            <a:r>
              <a:rPr lang="es-MX" b="1" dirty="0" err="1"/>
              <a:t>Deployment</a:t>
            </a:r>
            <a:r>
              <a:rPr lang="es-MX" b="1" dirty="0"/>
              <a:t>:</a:t>
            </a:r>
          </a:p>
          <a:p>
            <a:r>
              <a:rPr lang="en-US" b="1" dirty="0" err="1"/>
              <a:t>apiVersion</a:t>
            </a:r>
            <a:r>
              <a:rPr lang="en-US" b="1" dirty="0"/>
              <a:t>: apps/v1</a:t>
            </a:r>
          </a:p>
          <a:p>
            <a:r>
              <a:rPr lang="en-US" b="1" dirty="0"/>
              <a:t>kind: Deployment</a:t>
            </a:r>
          </a:p>
          <a:p>
            <a:r>
              <a:rPr lang="en-US" b="1" dirty="0"/>
              <a:t>metadata:</a:t>
            </a:r>
          </a:p>
          <a:p>
            <a:r>
              <a:rPr lang="en-US" b="1" dirty="0"/>
              <a:t>  name: </a:t>
            </a:r>
            <a:r>
              <a:rPr lang="en-US" b="1" dirty="0" err="1"/>
              <a:t>reservas</a:t>
            </a:r>
            <a:endParaRPr lang="en-US" b="1" dirty="0"/>
          </a:p>
          <a:p>
            <a:r>
              <a:rPr lang="en-US" b="1" dirty="0"/>
              <a:t>spec:</a:t>
            </a:r>
          </a:p>
          <a:p>
            <a:r>
              <a:rPr lang="en-US" b="1" dirty="0"/>
              <a:t>  replicas: 2</a:t>
            </a:r>
          </a:p>
          <a:p>
            <a:endParaRPr lang="es-MX" b="1" dirty="0"/>
          </a:p>
          <a:p>
            <a:endParaRPr lang="es-MX" b="1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63563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83462-A314-331A-D43D-CC6CC321A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Comunicación entre Microservicios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DFE088-8AC9-EDAB-1342-389BFD8BB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Se usa </a:t>
            </a:r>
            <a:r>
              <a:rPr lang="es-MX" b="1" dirty="0"/>
              <a:t>comunicación vía REST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Ejemplo de llamado del servicio de reservas al de notificaciones:</a:t>
            </a:r>
          </a:p>
          <a:p>
            <a:pPr marL="0" indent="0">
              <a:buNone/>
            </a:pPr>
            <a:r>
              <a:rPr lang="es-MX" dirty="0" err="1"/>
              <a:t>requests.post</a:t>
            </a:r>
            <a:r>
              <a:rPr lang="es-MX" dirty="0"/>
              <a:t>("http://notificaciones:8002/email", </a:t>
            </a:r>
            <a:r>
              <a:rPr lang="es-MX" dirty="0" err="1"/>
              <a:t>json</a:t>
            </a:r>
            <a:r>
              <a:rPr lang="es-MX" dirty="0"/>
              <a:t>=data)</a:t>
            </a:r>
          </a:p>
          <a:p>
            <a:pPr marL="0" indent="0">
              <a:buNone/>
            </a:pPr>
            <a:endParaRPr lang="es-MX" dirty="0"/>
          </a:p>
          <a:p>
            <a:r>
              <a:rPr lang="es-MX" b="1" dirty="0"/>
              <a:t>Beneficios:</a:t>
            </a:r>
            <a:endParaRPr lang="es-MX" dirty="0"/>
          </a:p>
          <a:p>
            <a:r>
              <a:rPr lang="es-MX" dirty="0"/>
              <a:t>Bajo acoplamiento</a:t>
            </a:r>
          </a:p>
          <a:p>
            <a:r>
              <a:rPr lang="es-MX" dirty="0"/>
              <a:t>Comunicación estándar</a:t>
            </a:r>
          </a:p>
          <a:p>
            <a:r>
              <a:rPr lang="es-MX" dirty="0"/>
              <a:t>Fácil de probar</a:t>
            </a:r>
          </a:p>
          <a:p>
            <a:pPr marL="0" indent="0">
              <a:buNone/>
            </a:pPr>
            <a:endParaRPr lang="es-MX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4032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6CD14-59EE-0F2C-633A-7D7DA3F1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Seguridad Básica Implementada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5EDC7F-B514-12CC-B2FC-3AA131049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Uso de API Key simple</a:t>
            </a:r>
          </a:p>
          <a:p>
            <a:r>
              <a:rPr lang="es-MX" dirty="0"/>
              <a:t>Servicios aislados en contenedores</a:t>
            </a:r>
          </a:p>
          <a:p>
            <a:r>
              <a:rPr lang="es-MX" dirty="0"/>
              <a:t>Control de acceso mediante Gateway</a:t>
            </a:r>
          </a:p>
          <a:p>
            <a:r>
              <a:rPr lang="es-MX" dirty="0"/>
              <a:t>Posibilidad de HTTPS si se usa </a:t>
            </a:r>
            <a:r>
              <a:rPr lang="es-MX" dirty="0" err="1"/>
              <a:t>Ingress</a:t>
            </a:r>
            <a:r>
              <a:rPr lang="es-MX" dirty="0"/>
              <a:t> + </a:t>
            </a:r>
            <a:r>
              <a:rPr lang="es-MX" dirty="0" err="1"/>
              <a:t>Cert</a:t>
            </a:r>
            <a:r>
              <a:rPr lang="es-MX" dirty="0"/>
              <a:t> Manager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2139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91C28-402C-587D-987F-D13FCF05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Flujo Completo del Proceso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6D5F27-CEB8-8953-9389-CBAA3D6B0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Usuario envía una solicitud al </a:t>
            </a:r>
            <a:r>
              <a:rPr lang="es-MX" dirty="0" err="1"/>
              <a:t>gateway</a:t>
            </a:r>
            <a:endParaRPr lang="es-MX" dirty="0"/>
          </a:p>
          <a:p>
            <a:r>
              <a:rPr lang="es-MX" dirty="0"/>
              <a:t>Gateway la envía al servicio de reservas</a:t>
            </a:r>
          </a:p>
          <a:p>
            <a:r>
              <a:rPr lang="es-MX" dirty="0"/>
              <a:t>Reservas guarda la información</a:t>
            </a:r>
          </a:p>
          <a:p>
            <a:r>
              <a:rPr lang="es-MX" dirty="0"/>
              <a:t>El servicio de reservas notifica al servicio de notificaciones</a:t>
            </a:r>
          </a:p>
          <a:p>
            <a:r>
              <a:rPr lang="es-MX" dirty="0"/>
              <a:t>Notificaciones registra un “correo enviado”</a:t>
            </a:r>
          </a:p>
          <a:p>
            <a:r>
              <a:rPr lang="es-MX" b="1" dirty="0"/>
              <a:t>Resultado:</a:t>
            </a:r>
            <a:br>
              <a:rPr lang="es-MX" dirty="0"/>
            </a:br>
            <a:r>
              <a:rPr lang="es-MX" dirty="0"/>
              <a:t>Un sistema distribuido con comunicación entre servicios.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52465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FFC1C4-9412-1D09-F981-CD10F3D59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Demostración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F94735-F8FD-D34C-B291-48DC701B8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/>
              <a:t>1-Levantar servicios con:</a:t>
            </a:r>
          </a:p>
          <a:p>
            <a:pPr marL="0" indent="0">
              <a:buNone/>
            </a:pPr>
            <a:r>
              <a:rPr lang="es-MX" dirty="0" err="1"/>
              <a:t>docker</a:t>
            </a:r>
            <a:r>
              <a:rPr lang="es-MX" dirty="0"/>
              <a:t> </a:t>
            </a:r>
            <a:r>
              <a:rPr lang="es-MX" dirty="0" err="1"/>
              <a:t>compose</a:t>
            </a:r>
            <a:r>
              <a:rPr lang="es-MX" dirty="0"/>
              <a:t> up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/>
              <a:t>2-Crear una reserva usando:</a:t>
            </a:r>
          </a:p>
          <a:p>
            <a:pPr marL="0" indent="0">
              <a:buNone/>
            </a:pPr>
            <a:r>
              <a:rPr lang="es-MX" dirty="0"/>
              <a:t>POST /reservas</a:t>
            </a:r>
          </a:p>
          <a:p>
            <a:pPr marL="0" indent="0">
              <a:buNone/>
            </a:pPr>
            <a:r>
              <a:rPr lang="es-MX" dirty="0"/>
              <a:t>3-Ver la respuesta JSON</a:t>
            </a:r>
          </a:p>
          <a:p>
            <a:pPr marL="0" indent="0">
              <a:buNone/>
            </a:pPr>
            <a:r>
              <a:rPr lang="es-MX" dirty="0"/>
              <a:t>4-Ver logs de notificación</a:t>
            </a:r>
          </a:p>
          <a:p>
            <a:pPr marL="0" indent="0">
              <a:buNone/>
            </a:pPr>
            <a:r>
              <a:rPr lang="es-MX" dirty="0"/>
              <a:t>5-Mostrar contenedores corriendo</a:t>
            </a:r>
          </a:p>
        </p:txBody>
      </p:sp>
    </p:spTree>
    <p:extLst>
      <p:ext uri="{BB962C8B-B14F-4D97-AF65-F5344CB8AC3E}">
        <p14:creationId xmlns:p14="http://schemas.microsoft.com/office/powerpoint/2010/main" val="5743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20E88-7B2B-B939-6F87-38449915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resultados del Proyecto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216128-9873-1163-7A76-C910CF52F3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01548"/>
            <a:ext cx="1082414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Arquitectura modular y escalable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Microservicios completamente independientes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Comunicación REST funcionando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Despliegue reproducible con Docker/</a:t>
            </a: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</a:t>
            </a:r>
            <a:endParaRPr kumimoji="0" lang="es-MX" altLang="es-MX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 documentado</a:t>
            </a:r>
          </a:p>
        </p:txBody>
      </p:sp>
    </p:spTree>
    <p:extLst>
      <p:ext uri="{BB962C8B-B14F-4D97-AF65-F5344CB8AC3E}">
        <p14:creationId xmlns:p14="http://schemas.microsoft.com/office/powerpoint/2010/main" val="454574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1D7DB-5C87-9286-537A-BEAE47362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Conclusiones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60D5A5-1017-D10B-BE7F-B9722614FA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188299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 microservicios permiten mayor flexibilidad y escalabilidad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facilita la distribución de aplicaciones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</a:t>
            </a: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maneja fallos y escalamiento de manera automática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Documentación y arquitectura cumplen los requisitos del proyecto</a:t>
            </a:r>
          </a:p>
        </p:txBody>
      </p:sp>
    </p:spTree>
    <p:extLst>
      <p:ext uri="{BB962C8B-B14F-4D97-AF65-F5344CB8AC3E}">
        <p14:creationId xmlns:p14="http://schemas.microsoft.com/office/powerpoint/2010/main" val="1916461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570</Words>
  <Application>Microsoft Office PowerPoint</Application>
  <PresentationFormat>Panorámica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Aldhabi</vt:lpstr>
      <vt:lpstr>Amasis MT Pro</vt:lpstr>
      <vt:lpstr>Aptos</vt:lpstr>
      <vt:lpstr>Aptos Display</vt:lpstr>
      <vt:lpstr>Arial</vt:lpstr>
      <vt:lpstr>Wingdings</vt:lpstr>
      <vt:lpstr>Tema de Office</vt:lpstr>
      <vt:lpstr>Sistema de reserva para restaurante</vt:lpstr>
      <vt:lpstr>     introduccion</vt:lpstr>
      <vt:lpstr>¿Que es un microservicio?</vt:lpstr>
      <vt:lpstr>Microservicios del Proyecto</vt:lpstr>
      <vt:lpstr>Arquitectura del Sistema</vt:lpstr>
      <vt:lpstr>Tecnologías Utilizadas </vt:lpstr>
      <vt:lpstr>División en Servicios Independientes</vt:lpstr>
      <vt:lpstr>Contenerización con Docker</vt:lpstr>
      <vt:lpstr>Orquestación con Kubernetes</vt:lpstr>
      <vt:lpstr>Comunicación entre Microservicios</vt:lpstr>
      <vt:lpstr>Seguridad Básica Implementada</vt:lpstr>
      <vt:lpstr>Flujo Completo del Proceso</vt:lpstr>
      <vt:lpstr>Demostración</vt:lpstr>
      <vt:lpstr>resultados del Proyecto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Faernando Esai Ramirez Callo</dc:creator>
  <cp:lastModifiedBy>Daniel Faernando Esai Ramirez Callo</cp:lastModifiedBy>
  <cp:revision>1</cp:revision>
  <dcterms:created xsi:type="dcterms:W3CDTF">2025-12-01T02:53:50Z</dcterms:created>
  <dcterms:modified xsi:type="dcterms:W3CDTF">2025-12-01T16:53:46Z</dcterms:modified>
</cp:coreProperties>
</file>